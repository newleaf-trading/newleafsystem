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754880" cy="4754880"/>
          </a:xfrm>
          <a:prstGeom prst="ellipse">
            <a:avLst/>
          </a:prstGeom>
          <a:solidFill>
            <a:srgbClr val="1F6B4A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NEWLEAF INVEST · DESIGN DETAILS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Model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Firestore collections + the scoring logic. What an engineer builds from.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163A2B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566160"/>
            <a:ext cx="91440" cy="777240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566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36576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 per recommendation. The entry snapshot — what the engine decided + the inputs that produced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453128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163A2B"/>
          </a:solidFill>
          <a:ln w="12700">
            <a:solidFill>
              <a:srgbClr val="CAA1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4453128"/>
            <a:ext cx="91440" cy="777240"/>
          </a:xfrm>
          <a:prstGeom prst="rect">
            <a:avLst/>
          </a:prstGeom>
          <a:solidFill>
            <a:srgbClr val="CAA12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4531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A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454456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docs per closed position (expiry + managed). Thesis result + P&amp;L.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5340096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163A2B"/>
          </a:solidFill>
          <a:ln w="12700">
            <a:solidFill>
              <a:srgbClr val="2D6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5340096"/>
            <a:ext cx="91440" cy="777240"/>
          </a:xfrm>
          <a:prstGeom prst="rect">
            <a:avLst/>
          </a:prstGeom>
          <a:solidFill>
            <a:srgbClr val="2D6A8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34009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weight_tuning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5431536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(future) Aggregated thesis-hit-rates by gate value. Feeds weight adjustments.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 1 OF 2 · ENTRY 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positions — logged when a recommendation is made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positions/{id}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0" y="1920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51560" y="2212848"/>
            <a:ext cx="278983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4142" y="2212848"/>
            <a:ext cx="227319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27341" y="2212848"/>
            <a:ext cx="361645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537460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537460"/>
            <a:ext cx="278983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4142" y="2537460"/>
            <a:ext cx="227319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27341" y="2537460"/>
            <a:ext cx="361645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GOOG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2862072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862072"/>
            <a:ext cx="278983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recommended_at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4142" y="2862072"/>
            <a:ext cx="227319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27341" y="2862072"/>
            <a:ext cx="361645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run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186684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186684"/>
            <a:ext cx="278983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4142" y="3186684"/>
            <a:ext cx="227319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27341" y="3186684"/>
            <a:ext cx="361645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'paper' | 'real'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3511296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3511296"/>
            <a:ext cx="278983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4142" y="3511296"/>
            <a:ext cx="227319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27341" y="3511296"/>
            <a:ext cx="361645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iron_condor … 6 values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3835908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3835908"/>
            <a:ext cx="278983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4142" y="3835908"/>
            <a:ext cx="227319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27341" y="3835908"/>
            <a:ext cx="361645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bullish|bearish|neutral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0" y="4160520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4160520"/>
            <a:ext cx="278983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gate_values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4142" y="4160520"/>
            <a:ext cx="227319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527341" y="4160520"/>
            <a:ext cx="361645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inputs (see below) *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4400" y="4485132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4485132"/>
            <a:ext cx="278983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4142" y="4485132"/>
            <a:ext cx="227319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27341" y="4485132"/>
            <a:ext cx="361645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legs, strikes, expiry, credit, max P/L **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14400" y="4809744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" y="4809744"/>
            <a:ext cx="278983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spot_at_entry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54142" y="4809744"/>
            <a:ext cx="227319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527341" y="4809744"/>
            <a:ext cx="361645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price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14400" y="5134356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" y="5134356"/>
            <a:ext cx="278983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expiry_date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54142" y="5134356"/>
            <a:ext cx="227319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527341" y="5134356"/>
            <a:ext cx="361645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expiration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14400" y="5458968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1560" y="5458968"/>
            <a:ext cx="278983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real_fill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54142" y="5458968"/>
            <a:ext cx="227319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map?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527341" y="5458968"/>
            <a:ext cx="361645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only: entered_at, credit, contracts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14400" y="5783580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1560" y="5783580"/>
            <a:ext cx="278983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54142" y="5783580"/>
            <a:ext cx="227319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527341" y="5783580"/>
            <a:ext cx="3616452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'open' | 'closed'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14400" y="6355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gate_values: confidence, oi/gex/delta/vol_conf, band_width_pct, adx, trend_strength, vol_regime, atm_iv, iv_rv_ratio, composite_score, call_wall, put_wall    ** structure: legs[] {strike,type,side,expiry}, entry_credit_debit, max_profit, max_loss, short_strikes, body_strike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 2 OF 2 · OUTCOME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outcomes — logged when a position closes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docs per position: one expiry, one managed. Thesis and P&amp;L scored separately.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outcomes/{id}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0" y="2286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2578608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position_id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54142" y="2578608"/>
            <a:ext cx="22731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27341" y="2578608"/>
            <a:ext cx="3616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positions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2944368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944368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exit_basis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54142" y="2944368"/>
            <a:ext cx="22731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27341" y="2944368"/>
            <a:ext cx="3616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'expiry' | 'managed'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3310128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310128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closed_at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54142" y="3310128"/>
            <a:ext cx="22731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27341" y="3310128"/>
            <a:ext cx="3616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resolved/exited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3675888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675888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spot_at_close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54142" y="3675888"/>
            <a:ext cx="22731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27341" y="3675888"/>
            <a:ext cx="3616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at close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4400" y="4041648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041648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thesis_held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54142" y="4041648"/>
            <a:ext cx="22731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27341" y="4041648"/>
            <a:ext cx="3616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| false | partial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4400" y="4407408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407408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thesis_detail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54142" y="4407408"/>
            <a:ext cx="22731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27341" y="4407408"/>
            <a:ext cx="3616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per-strategy: what specifically held/failed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14400" y="4773168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4773168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54142" y="4773168"/>
            <a:ext cx="22731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27341" y="4773168"/>
            <a:ext cx="3616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$ (paper=simulated, real=actual)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14400" y="5138928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5138928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pnl_pct_of_max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54142" y="5138928"/>
            <a:ext cx="22731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27341" y="5138928"/>
            <a:ext cx="3616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÷ max_profit — normalizes across structures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14400" y="5504688"/>
            <a:ext cx="10332720" cy="0"/>
          </a:xfrm>
          <a:prstGeom prst="line">
            <a:avLst/>
          </a:prstGeom>
          <a:noFill/>
          <a:ln w="6350">
            <a:solidFill>
              <a:srgbClr val="E4DD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1560" y="5504688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exit_reason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254142" y="5504688"/>
            <a:ext cx="22731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enum?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27341" y="5504688"/>
            <a:ext cx="3616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only: profit_target|time_stop|loss_stop|expired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tuned on thesis_held only. pnl is the business metric, reported separately.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position moves from rec to scored outcome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109728" cy="841248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099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RECOMMEND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6916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picks a strategy. A positions doc is written, status=open, source=paper (auto). If you enter it for real, mark source=real + fills.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514600"/>
            <a:ext cx="109728" cy="841248"/>
          </a:xfrm>
          <a:prstGeom prst="rect">
            <a:avLst/>
          </a:prstGeom>
          <a:solidFill>
            <a:srgbClr val="2D6A8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243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HOLD / MARK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6060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the price path is tracked against the structure. Managed-exit rules are evaluated each day (profit target / time / loss).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429000"/>
            <a:ext cx="109728" cy="841248"/>
          </a:xfrm>
          <a:prstGeom prst="rect">
            <a:avLst/>
          </a:prstGeom>
          <a:solidFill>
            <a:srgbClr val="CAA1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387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A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CLOSE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5204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closes two ways in parallel: at the managed-exit trigger, AND at expiry. Each produces its own outcome doc.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343400"/>
            <a:ext cx="109728" cy="841248"/>
          </a:xfrm>
          <a:prstGeom prst="rect">
            <a:avLst/>
          </a:prstGeom>
          <a:solidFill>
            <a:srgbClr val="2F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531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44348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close: was the thesis held? (per-strategy rule) + what's the P&amp;L? Written to outcomes. status=closed.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163A2B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257800"/>
            <a:ext cx="109728" cy="841248"/>
          </a:xfrm>
          <a:prstGeom prst="rect">
            <a:avLst/>
          </a:prstGeom>
          <a:solidFill>
            <a:srgbClr val="163A2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675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TUNE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53492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(future) Once many outcomes accrue: aggregate thesis-hit-rate by gate value → adjust weights.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are deterministic math. Step 5 is the feedback loop — built last, never auto-reacting to single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 DETAIL · THESIS SCORING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“thesis held” is computed per strategy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strategy is scored against its OWN thesis, not a generic win/loss. Two definitions still need your trader input.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676656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Iron Condor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828800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stayed between the short strikes through eval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0" y="1828800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578608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78608"/>
            <a:ext cx="109728" cy="676656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78608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Iron Butterfly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2578608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stayed within the wings, near the body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0" y="2578608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328416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328416"/>
            <a:ext cx="109728" cy="676656"/>
          </a:xfrm>
          <a:prstGeom prst="rect">
            <a:avLst/>
          </a:prstGeom>
          <a:solidFill>
            <a:srgbClr val="2D6A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28416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 Put Spread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0" y="3328416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≥ short put AND put wall held as support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0" y="3328416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078224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078224"/>
            <a:ext cx="109728" cy="676656"/>
          </a:xfrm>
          <a:prstGeom prst="rect">
            <a:avLst/>
          </a:prstGeom>
          <a:solidFill>
            <a:srgbClr val="2D6A8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078224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Bear Call Spread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3360" y="4078224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≤ short call AND call wall held as resistance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0" y="4078224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828032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BF3DC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828032"/>
            <a:ext cx="109728" cy="676656"/>
          </a:xfrm>
          <a:prstGeom prst="rect">
            <a:avLst/>
          </a:prstGeom>
          <a:solidFill>
            <a:srgbClr val="CAA12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828032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 Spread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23360" y="48280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expanded? OR IV expanded AND price near strike?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1200" y="4828032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INPUT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5577840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BF3DC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5577840"/>
            <a:ext cx="109728" cy="676656"/>
          </a:xfrm>
          <a:prstGeom prst="rect">
            <a:avLst/>
          </a:prstGeom>
          <a:solidFill>
            <a:srgbClr val="CAA12F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57784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Wing Butterfly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23360" y="5577840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side never ITM? / body reached? / credit held?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601200" y="5577840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INPUT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 DETAIL · MANAGED EXIT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Managed-exit rules — the simulation logic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managed outcome walks the daily price path from entry and fires the FIRST rule that triggers. These values need your input.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BF3DC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2834640"/>
          </a:xfrm>
          <a:prstGeom prst="rect">
            <a:avLst/>
          </a:prstGeom>
          <a:solidFill>
            <a:srgbClr val="CAA12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(need your values)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profit_target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e.g. 50% of max profit?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time_stop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e.g. 21 DTE?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loss_stop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e.g. 2× credit? breach? none?
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for all 6, or per-structure overrides? (vega trades often managed differently)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828800"/>
            <a:ext cx="109728" cy="2834640"/>
          </a:xfrm>
          <a:prstGeom prst="rect">
            <a:avLst/>
          </a:prstGeom>
          <a:solidFill>
            <a:srgbClr val="2D6A8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LOGIC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5146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day from entry → expiry: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mark position to market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profit ≥ target → exit (profit_target)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DTE ≤ time_stop → exit (time_stop)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loss ≥ loss_stop → exit (loss_stop)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none fired → exit at expiry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expiry outcome ignores these rules — marks at expiration.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outcome rows per position let you separate “was the reasoning right” (expiry) from “how it'd really trade” (managed).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F6B4A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trade, end to end: GOOG iron condor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163A2B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(positions doc)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937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symbol: GOOG   source: paper
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 iron_condor   direction: neutral
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confidence: 0.622   band: 9.5%   adx: 7
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strikes: 165P / 185C   expiry: +35d
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credit: $2.10   max loss: $2.90
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spot_at_entry: 175.40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554480"/>
            <a:ext cx="109728" cy="1051560"/>
          </a:xfrm>
          <a:prstGeom prst="rect">
            <a:avLst/>
          </a:prstGeom>
          <a:solidFill>
            <a:srgbClr val="2D6A8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 · managed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46520" y="19385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exit: profit_target @ day 19  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thesis_held: true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pnl: +$1.05 (50% of max)   range held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269748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2697480"/>
            <a:ext cx="109728" cy="1051560"/>
          </a:xfrm>
          <a:prstGeom prst="rect">
            <a:avLst/>
          </a:prstGeom>
          <a:solidFill>
            <a:srgbClr val="CAA12F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 · expiry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30815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 @ expiry: 178.20 (in range)  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thesis_held: true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pnl: +$2.10 (full credit)   range held to expiry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10881360" cy="2011680"/>
          </a:xfrm>
          <a:prstGeom prst="roundRect">
            <a:avLst>
              <a:gd name="adj" fmla="val 2727"/>
            </a:avLst>
          </a:prstGeom>
          <a:solidFill>
            <a:srgbClr val="163A2B"/>
          </a:solidFill>
          <a:ln w="12700">
            <a:solidFill>
              <a:srgbClr val="2F9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row teaches the engine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617720"/>
            <a:ext cx="10332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held on both bases → the engine's reasoning was RIGHT for this setup (low ADX + strong walls → range held).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data point that, aggregated with many, answers: do condors selected at confidence ~0.62 actually hold their range?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took 50% in 19 days; expiry took full credit in 35. Both logged — you see the realistic exit AND the clean thesis signal.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CAA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win proves nothing. 50 of these at confidence 0.60-0.65 holding 80% of the time = signal to trust the gate. Holding 45% = signal to raise 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NewLeaf Invest — Design Details</dc:title>
  <dc:subject>PptxGenJS Presentation</dc:subject>
  <dc:creator>NewLeaf System</dc:creator>
  <cp:lastModifiedBy>NewLeaf System</cp:lastModifiedBy>
  <cp:revision>1</cp:revision>
  <dcterms:created xsi:type="dcterms:W3CDTF">2026-05-26T11:37:38Z</dcterms:created>
  <dcterms:modified xsi:type="dcterms:W3CDTF">2026-05-26T11:37:38Z</dcterms:modified>
</cp:coreProperties>
</file>