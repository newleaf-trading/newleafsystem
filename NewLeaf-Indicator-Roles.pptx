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REFACTOR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indicator has a defined role — not all drive the pick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refactor made recommendations richer: ADX, Bollinger and IV/RV now feed the decision. But each indicator is used for what it's GOOD at — some drive, some modulate, some are context only.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128016" cy="123444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 THE PICK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gate the strategy selection directly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254203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 stack · ADX · Bollinger · IV / IV-RV · Gamma·GEX·OI·Volume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309067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of these and a different strategy can be selected.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703320"/>
            <a:ext cx="128016" cy="1234440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496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MODULATES THE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/100 score, not the strategy choice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97680" y="386791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ADX strength multiplier (1.0 / 0.7 / 0.3 on the trend pillar)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441655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Attenuates trend credit — a weak-ADX trend scores lower.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029200"/>
            <a:ext cx="128016" cy="1234440"/>
          </a:xfrm>
          <a:prstGeom prst="rect">
            <a:avLst/>
          </a:prstGeom>
          <a:solidFill>
            <a:srgbClr val="4A657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1755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/ DISPLAY ONLY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577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and shown, but does NOT drive selection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97680" y="519379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 (warning flag) · MACD (shown only)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574243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Deliberate: RSI whipsaws — used as a caution, not a gate.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 BY INDICATOR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one is, and exactly how it's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 50/100/200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0" y="15544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Moving-average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trend DIRECTION (bull/bear/neutral)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0" y="15544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116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116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ADX (14)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20116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strength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strong&gt;30 / moderate 20-30 / weak&lt;20 — gates directionals + scales trend pillar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0" y="20116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 + MODULATES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4688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4688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Bollinger width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17520" y="24688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regime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squeeze&lt;5% / normal / expansion&gt;15% — informs structure choice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92640" y="24688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9260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29260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(ATM)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17520" y="29260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volatility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vega-SHORT gates use absolute IV (want rich vol)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92640" y="29260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3832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3832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3832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/ RV ratio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17520" y="33832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vs realized vol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3832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vega-LONG gates (calendar) need IV/RV &lt; 1.0 (cheap vol)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92640" y="33832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38404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8404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8404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/ GEX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017520" y="38404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hedging walls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8404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strength → blended confidence → condor gate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92640" y="38404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42976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42976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42976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Interest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017520" y="42976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depth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2976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blended confidence (liquidity)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92640" y="42976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47548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" y="4754880"/>
            <a:ext cx="91440" cy="420624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47548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017520" y="47548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activity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47548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blended confidence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692640" y="47548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" y="52120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EEF0F1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0080" y="5212080"/>
            <a:ext cx="91440" cy="420624"/>
          </a:xfrm>
          <a:prstGeom prst="rect">
            <a:avLst/>
          </a:prstGeom>
          <a:solidFill>
            <a:srgbClr val="4A6572"/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" y="52120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 (14)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3017520" y="52120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46320" y="52120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overbought&gt;75 / oversold&lt;25 — WARNING FLAG only, not a gate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692640" y="52120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" y="566928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EEF0F1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" y="5669280"/>
            <a:ext cx="91440" cy="420624"/>
          </a:xfrm>
          <a:prstGeom prst="rect">
            <a:avLst/>
          </a:prstGeom>
          <a:solidFill>
            <a:srgbClr val="4A6572"/>
          </a:solidFill>
          <a:ln/>
        </p:spPr>
      </p:sp>
      <p:sp>
        <p:nvSpPr>
          <p:cNvPr id="60" name="Text 58"/>
          <p:cNvSpPr/>
          <p:nvPr/>
        </p:nvSpPr>
        <p:spPr>
          <a:xfrm>
            <a:off x="868680" y="56692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MACD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3017520" y="56692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Momentum/trend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46320" y="56692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computed, shown — does NOT feed selection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692640" y="56692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indicators drive the recommendation · ADX also modulates the score · RSI &amp; MACD are context only.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F6B4A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DELIBERATE DESIGN CHOICE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RSI is shown but doesn't gate the pick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an omission — it's judgment about what each indicator is reliable FOR.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109728" cy="3108960"/>
          </a:xfrm>
          <a:prstGeom prst="rect">
            <a:avLst/>
          </a:prstGeom>
          <a:solidFill>
            <a:srgbClr val="4A657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95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6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a gate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whipsaws.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can sit “overbought” (RSI&gt;70) for weeks in a strong uptrend, or flash oversold on a one-day dip.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RSI hard-gated strategy selection, it would flip recommendations on noise.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 (trend strength) and the SMA stack (direction) are far more stable signals to gate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194560"/>
            <a:ext cx="109728" cy="3108960"/>
          </a:xfrm>
          <a:prstGeom prst="rect">
            <a:avLst/>
          </a:prstGeom>
          <a:solidFill>
            <a:srgbClr val="2F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95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 used for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flag.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RSI&gt;75 = overbought, RSI&lt;25 = oversold sets a momentumFlag on the recommendation.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change WHICH strategy is picked — but it surfaces “trend may be exhausted” as context.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discover, the LLM can reference it in the explanation (“RSI near 80 suggests caution”).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A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principle: gate on stable signals (ADX, SMA, gamma walls); use noisy ones (RSI) as context, not triggers.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THESE INDICATORS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indicator logic — scanner AND discover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the shared deterministic engine. Scanner and discover compute indicators the same way; discover's LLM only EXPLAINS what the indicators imply.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349240" cy="109728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Indicators → strategy. No LLM.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all indicators deterministically, applies the gates, outputs the strategy + the indicator values for display.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RSI/MACD shown on the card as context; ADX/SMA/BB/IV drive the pick.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240280"/>
            <a:ext cx="5349240" cy="109728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indicators + LLM explains.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32918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engine for the pick, then the LLM narrates what the indicators mean in plain language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(“neutral SMA + RSI near 50 + low ADX → range-bound, condor fits”).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RSI/MACD freely for the explanation — it just can't change the pick.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 indicators that DRIVE are identical on both surfaces (shared engine). The LLM adds interpretation on discover — it never re-weights the indicators.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NewLeaf — Indicators &amp; Their Roles</dc:title>
  <dc:subject>PptxGenJS Presentation</dc:subject>
  <dc:creator>NewLeaf System</dc:creator>
  <cp:lastModifiedBy>NewLeaf System</cp:lastModifiedBy>
  <cp:revision>1</cp:revision>
  <dcterms:created xsi:type="dcterms:W3CDTF">2026-05-26T11:52:24Z</dcterms:created>
  <dcterms:modified xsi:type="dcterms:W3CDTF">2026-05-26T11:52:24Z</dcterms:modified>
</cp:coreProperties>
</file>